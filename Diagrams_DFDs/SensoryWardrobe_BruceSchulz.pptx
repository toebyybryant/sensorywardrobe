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SensoryWardrobe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Weather-Aware Clothing Tracker for Sensory-Sensitive Users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880360"/>
            <a:ext cx="3657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Bruce Schulz  ·  Nova Denton-Parry  ·  Zach Kahler  ·  Jeremy Kirkpatrick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 |  Southeast Technical College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320040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&amp; Why I Chose 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0233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143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SensoryWardrobe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Flutter mobile app that: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daily outfit choices alongside weather data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comfort ratings with sensory-specific tags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past outfit successes for similar weather conditions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personalized clothing decision guide over time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00600" y="10058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0600" y="1005840"/>
            <a:ext cx="40233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1430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143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topic?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37760" y="17373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dressed is a daily challenge for people with sensory processing differences (SPD, autism, ADHD).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weather apps don't account for texture sensitivity, pressure tolerance, or past comfort — they just tell you the temperature.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combines a real-world need with Flutter and Dart for mobile-first development, backed by a weather API and local/cloud data storage.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Being Solved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109728" cy="1600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143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155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Overload from Wrong Clothes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" y="1664208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Wearing an uncomfortable fabric, tight waistband, or scratchy seam can derail an entire day for someone with SPD or autism.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005840"/>
            <a:ext cx="109728" cy="16002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1430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1155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Fatigue Every Morning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56048" y="1664208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what to wear is cognitively exhausting — especially when sensory consequences are high and memory of past outcomes is unreliable.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0040" y="283464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0040" y="2834640"/>
            <a:ext cx="109728" cy="1600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9718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2944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Misjudgment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21208" y="3493008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weather apps show temperature but not how that weather feels in relation to specific fabrics or layering needs.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54880" y="283464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54880" y="2834640"/>
            <a:ext cx="109728" cy="16002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97180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2944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Comfort History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56048" y="3493008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tool that connects past outfit choices to comfort outcomes and makes that data useful when getting dressed the next time.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Solves 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874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187452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" y="1115568"/>
            <a:ext cx="585216" cy="5852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Weather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331720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 pulls today's forecast automatically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1005840"/>
            <a:ext cx="1874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1005840"/>
            <a:ext cx="1874520" cy="640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6372" y="1115568"/>
            <a:ext cx="585216" cy="58521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637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23160" y="1874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Outfit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41448" y="2331720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clothing items + sensory tags (texture, pressure, etc.)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1005840"/>
            <a:ext cx="1874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1005840"/>
            <a:ext cx="1874520" cy="640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8052" y="1115568"/>
            <a:ext cx="585216" cy="58521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805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34840" y="1874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Comfort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53128" y="2331720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star comfort score saved with each outfit log entry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1005840"/>
            <a:ext cx="1874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1005840"/>
            <a:ext cx="187452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9732" y="1115568"/>
            <a:ext cx="585216" cy="5852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973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46520" y="1874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Suggest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64808" y="2331720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queries local DB for top-rated past outfits from similar weather days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40280" y="2148840"/>
            <a:ext cx="10972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4160520" y="2148840"/>
            <a:ext cx="10972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6080760" y="2148840"/>
            <a:ext cx="10972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320040" y="3520440"/>
            <a:ext cx="8503920" cy="132588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0"/>
            <a:ext cx="594360" cy="59436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188720" y="3566160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personalized, growing dataset that recommends what to wear based on your comfort history — not just the forecast.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Solutions Considered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70432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1078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journal / notebook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161288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10972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no tech required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12280" y="1161288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68312" y="10972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search, no weather correlation, lost easily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01168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76272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76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2084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weather app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167128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2103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available, accurate forecasts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2167128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68312" y="210312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history, no sensory awareness, no clothing guidance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182112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82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Semi-Auto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17320" y="3090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(Excel/Google Sheets)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3172968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3108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searchable with filtering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12280" y="3172968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68312" y="310896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UI, requires manual weather entry, tedious daily use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02336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187952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187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17320" y="40965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Style/outfit apps (Stylebook, etc.)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09160" y="4178808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4114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wardrobe management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12280" y="4178808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68312" y="41148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Fashion-focused, no sensory tags, no weather-comfort linkage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417320" y="8686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09160" y="8686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Advantage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12280" y="8686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Limitation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&amp; Users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1148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7899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548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Sensory-sensitive individuals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1938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benefit from reduced daily stress and better outfit outcomes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548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468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/ caregivers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2715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manage clothing decisions for children with SPD or autism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3246120"/>
            <a:ext cx="548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246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Occupational therapists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recommend the tool as part of daily living strategy plans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4023360"/>
            <a:ext cx="548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4023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" y="4270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Bruce Schulz, Nova Denton-Parry, Zach Kahler, Jeremy Kirkpatrick — portfolio project demonstrating mobile development skills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0916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09160" y="960120"/>
            <a:ext cx="41148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78992"/>
            <a:ext cx="438912" cy="43891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394960" y="107899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Users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846320" y="1691640"/>
            <a:ext cx="54864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0292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Sensory-sensitive adults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02920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outfits daily, rate comfort, receive suggestions based on weather history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846320" y="2651760"/>
            <a:ext cx="54864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29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Caregivers / parents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0292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profiles for children who may not use the app independently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846320" y="3611880"/>
            <a:ext cx="54864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2920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Development Team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02920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clothing item catalog, categories, and warmth-level data via app admin tools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SensoryWardrobe — Final Project Proposal</dc:title>
  <dc:subject>PptxGenJS Presentation</dc:subject>
  <dc:creator>Bruce Schulz, Nova Denton-Parry, Zach Kahler, Jeremy Kirkpatrick</dc:creator>
  <cp:lastModifiedBy>Bruce Schulz, Nova Denton-Parry, Zach Kahler, Jeremy Kirkpatrick</cp:lastModifiedBy>
  <cp:revision>1</cp:revision>
  <dcterms:created xsi:type="dcterms:W3CDTF">2026-05-27T23:12:46Z</dcterms:created>
  <dcterms:modified xsi:type="dcterms:W3CDTF">2026-05-27T23:12:46Z</dcterms:modified>
</cp:coreProperties>
</file>